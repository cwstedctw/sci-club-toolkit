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把你想做的事做好，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報告就寫完了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1" lang="zh-TW">
                <a:solidFill>
                  <a:srgbClr val="9FB4CC"/>
                </a:solidFill>
                <a:latin typeface="Microsoft JhengHei"/>
                <a:ea typeface="Microsoft JhengHei"/>
              </a:rPr>
              <a:t>Hands-on II &amp; III : Student Feedback, Attendance &amp; Reimbursement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0624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學生回饋單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4206240"/>
            <a:ext cx="2999232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名單・出席・材料費對帳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24144" y="420624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成果展示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420624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10:35–12:00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12064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01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 85 分鐘，你會帶走四樣東西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10:35–12:00 流程</a:t>
            </a:r>
          </a:p>
        </p:txBody>
      </p:sp>
      <p:sp>
        <p:nvSpPr>
          <p:cNvPr id="6" name="Oval 5"/>
          <p:cNvSpPr/>
          <p:nvPr/>
        </p:nvSpPr>
        <p:spPr>
          <a:xfrm>
            <a:off x="1559052" y="1965960"/>
            <a:ext cx="768096" cy="7680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10:35　</a:t>
            </a: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做出自己學校的
學生回饋單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7832" y="2221992"/>
            <a:ext cx="274320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93692" y="1965960"/>
            <a:ext cx="768096" cy="7680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29718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31546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11:10　</a:t>
            </a: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6576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名單＋出席＋
材料費一次解決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62472" y="2221992"/>
            <a:ext cx="274320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8332" y="1965960"/>
            <a:ext cx="768096" cy="768096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9718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1546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11:40　</a:t>
            </a: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成果展示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6576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挑照片的
三個判準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7112" y="2221992"/>
            <a:ext cx="274320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62972" y="1965960"/>
            <a:ext cx="768096" cy="768096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29718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31546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11:50　</a:t>
            </a: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帶得走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6576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範本系統＋提示詞卡
＋投稿機會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6858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8756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收作品節點：11:07（回饋單）、11:37（出席對帳表）——收齊就是你們今天的成果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02 / 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學生面（①–④＋⑤）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對科學探索的興趣提升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9008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上課專心、能參與討論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6557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能自己完成實驗操作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4106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能向別人說明實驗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4165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社團整體出席率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8348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⑥⑦ 師資面</a:t>
            </a:r>
            <a:r>
              <a:rPr sz="14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（延伸應用、專業增能）＝老師自評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288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真正會卡住的，不是寫作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是「拿不出證明」。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①–④ 的百分比，只能從學生回饋單算出來；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⑤ 只能從教室日誌算出來。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學期初沒把回饋單發下去，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2027 年 6 月就算不出數字——而且補不回來。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現在（8 月）正好是唯一還來得及的時間點。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03 / HANDS-ON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回饋單四題，一題對一個官方百分比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動手二・學生回饋單（10:35–11:10）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956816"/>
            <a:ext cx="6949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參加社團以後，我更想知道科學的「為什麼」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956816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官方 ① 興趣提升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61488"/>
            <a:ext cx="108356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90779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889504"/>
            <a:ext cx="6949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上課的時候，我會專心聽，也會跟大家一起討論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889504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官方 ② 課堂參與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94176"/>
            <a:ext cx="108356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84048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822192"/>
            <a:ext cx="6949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做實驗的時候，我可以自己動手完成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3822192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官方 ③ 獨立操作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26864"/>
            <a:ext cx="108356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773168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54880"/>
            <a:ext cx="6949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我可以跟別人說明我們的實驗在做什麼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75488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官方 ④ 能說明實驗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614416"/>
            <a:ext cx="10835640" cy="658368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751576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怎麼算：勾「很同意」＋「同意」的人數 ÷ 總人數。選項四選一，第 5 題開放作答留給「結論與建議」。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04 / STEP 1 /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步驟一：請「領隊」想清楚（ChatGPT 桌面版）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兩個 AI 的分工：領隊出規格、隊員做東西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複製貼上就能用（貼給 ChatGPT）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我是國小老師，學校今年參加仰望教育基金會的「國中小科學社團扶助計畫」。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我要在學期末交一份成果報告書，裡面要有：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・24 週的課程規劃表（週次、日期、課程內容、任課教師、備註）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・課程紀錄（文字說明＋照片）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・效益達成情形（七個百分比：學生興趣提升、課堂參與、獨立操作、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能說明實驗、出席率、教學延伸、專業增能）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・附件：學生名單、教室日誌（出席表）、學生回饋單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請幫我想清楚：我需要做出哪幾張表？每一張表要有哪些欄位？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哪些欄位是要我自己填的、哪些是可以自動算出來的？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請只給我一份規格說明，不要寫程式。用繁體中文。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為什麼要分工？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56032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領隊（ChatGPT）：想清楚要做什麼、最後檢查——工作輕，只是一段文字。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隊員（Antigravity）：真的把東西做出來——工作重，免費額度一週給一次，留到今天用。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改一個字就是你的：把「國小」換成「國中」、加上你們社團的主題。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05 / STEP 2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步驟二：請「隊員」做出來（Antigravity）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把 ChatGPT 給的規格，變成能打開的檔案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提示詞卡②　（把規格連同這段貼給 Antigravity）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請照下面這份規格，做出一個可以用的檔案。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（把 ChatGPT 給的規格貼在這裡）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檔案，我用瀏覽器點兩下就能打開，不要安裝任何東西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・資料要存在我這台電腦，關掉再打開還在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・可以匯出成 Excel 或 Word 貼得上的格式，也可以直接列印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請把檔案存到：（這裡貼上你自己的資料夾完整路徑）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做完告訴我檔案在哪、怎麼打開。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等它跑的時候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56032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它最後會告訴你「檔案存在哪裡」——那一行字最重要，先抄下來。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找不到檔案 ≠ 失敗，通常是它存到自己的暫存資料夾。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卡住超過 5 分鐘？舉手，直接用我們準備好的範例檔往下走。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06 / STEP 3 /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步驟三：請領隊回頭檢查——因為 AI 會說謊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實測案例，不是嚇你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我們實測到的兩件事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46634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老師只寫了六個字「購買的百合珠芽」，它寫成「因儲藏不當受潮黑化發霉，成為課堂討論的突發教材」——憑空編出一個沒發生過的事故。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而且做出來的網頁真的能打開、能用——只是內容是假的。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019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請領隊檢查（貼回 ChatGPT）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這是剛才做出來的東西：（貼上內容或描述）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請幫我對照官方報告書的要求，檢查：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有沒有漏掉哪個必要欄位？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那七個百分比，用這張表算得出來嗎？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材料費的份數，跟出席人數對得起來嗎？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只要告訴我哪裡不對，不用重做。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──你已經有兩個 AI 了：一個負責做，一個負責挑錯。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07 /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AI 說「完成了」的時候，先做三件事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驗收口訣（做成小卡帶回學校）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258567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19"/>
            <a:ext cx="2971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258567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017519"/>
            <a:ext cx="2971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40080" cy="64008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258567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017519"/>
            <a:ext cx="2971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34840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74920"/>
            <a:ext cx="10835640" cy="868680"/>
          </a:xfrm>
          <a:prstGeom prst="roundRect">
            <a:avLst>
              <a:gd name="adj" fmla="val 12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3036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⏰ 11:07 收作品　</a:t>
            </a:r>
            <a:r>
              <a:rPr sz="1500" b="0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把你做好的回饋單（或改好的我們範本）存檔——這就是你今天的第一件成果。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08 / HANDS-ON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動手三・名單＋出席＋材料費對帳（11:10–11:40）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官方規定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材料費的份數，要和教室日誌上的「出席學生數＋兩位老師」相符。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所以每週點完名，當場就知道材料要買幾份——這就是「一張表，出席與核銷一次解決」。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＋ 老師 2 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sz="4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09 / READY-TO-USE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今天拿到的是能跑的東西，不必從零開始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仰望科學社團管理系統・已測試範本（每校一份）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65960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9476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947672"/>
            <a:ext cx="7589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Excel 複製學生名單，貼進「學生名單」分頁——匯入是內建的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43200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880360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8620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每週點名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862072"/>
            <a:ext cx="7589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出席／缺席／請假一鍵切換，材料費份數當場算好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79476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7764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自動對帳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776472"/>
            <a:ext cx="7589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回饋單百分比、出席率、材料費 vs 出席，七個數字自動彙整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72000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709160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6908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690872"/>
            <a:ext cx="7589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一鍵匯出 .json 存隨身碟；換電腦匯入就還原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541264"/>
            <a:ext cx="10835640" cy="713232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632704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下載：</a:t>
            </a: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github.com/rlirdo/yangwang-club-manager</a:t>
            </a:r>
            <a:r>
              <a:rPr sz="135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單一 HTML 檔・免安裝・免帳號・離線可用・資料存自己電腦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踩到一個，出納就會把單子退回來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5204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94560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67712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9–12 月和 2027 年 1–6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920240"/>
            <a:ext cx="35204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2194560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267712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7180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25196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時數表上的日期＝教室日誌的日期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920240"/>
            <a:ext cx="35204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1080" y="2194560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267712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材料費認列「發票上的日期」，份數＝出席＋老師 2 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25196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349240"/>
            <a:ext cx="10835640" cy="777240"/>
          </a:xfrm>
          <a:prstGeom prst="roundRect">
            <a:avLst>
              <a:gd name="adj" fmla="val 12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4864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⏰ 11:37 收作品　</a:t>
            </a:r>
            <a:r>
              <a:rPr sz="1500" b="0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名單匯入＋本週點名＋材料費份數——出席與核銷一張表交出來。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11 /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張照片挑出 12 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成果展示（11:40–11:50）：官方「課程紀錄」＝兩大項 × 各 6 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30552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29968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29968"/>
            <a:ext cx="5303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答不出來 → 不選。每張照片都要能掛回課程規劃表。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1752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227832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27248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127248"/>
            <a:ext cx="5303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一張看得到「人在動作」，一張是「東西或成果」。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1480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325112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24528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224528"/>
            <a:ext cx="5303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303520"/>
            <a:ext cx="10835640" cy="82296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413248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按快門之前掃一眼背景：</a:t>
            </a: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座位表、聯絡簿、制服上的姓名——個資不要進成果報告。寫圖說用提示詞卡④：「只寫照片上真的看得到的東西」。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12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今天帶回學校的四樣東西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11:50–12:00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128016" cy="187451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75687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範本系統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39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仰望科學社團管理系統（8 校專屬版）
github.com/rlirdo/yangwang-club-manager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874519"/>
            <a:ext cx="128016" cy="1874519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75687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提示詞卡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06039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①規劃 ②生成 ③檢查 ④防亂編——複製貼上就能用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977639"/>
            <a:ext cx="128016" cy="1874519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78807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參考資源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09159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北濱國小完整結案報告（臺師大科教中心）＋東華全民科學週 110+ 份在地教案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77639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128016" cy="1874519"/>
          </a:xfrm>
          <a:prstGeom prst="rect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178807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投稿機會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709159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2027 全民科學週教案徵選：9/20 截止，入選一案 2,000 元——今天做的東西一個月後剛好投出去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13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回學校後的第一週，做這三件就好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221992"/>
            <a:ext cx="621792" cy="62179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30552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回饋單印出來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30552"/>
            <a:ext cx="6035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把今天做好的回饋單印 30 份放進社團資料夾——第一堂課就發，不要等期末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64408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520440"/>
            <a:ext cx="621792" cy="62179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429000"/>
            <a:ext cx="6035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開學拿到社團名單，貼進管理系統；第一週上完課就點名、就登材料費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562856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818888"/>
            <a:ext cx="621792" cy="62179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727448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727448"/>
            <a:ext cx="6035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拿「三個地雷」那頁去找出納聊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943600"/>
            <a:ext cx="10835640" cy="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全台 19 校今年都是第一年，這條路大家一起鋪。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
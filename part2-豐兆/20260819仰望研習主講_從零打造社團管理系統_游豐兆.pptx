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休息十分鐘充飽電了嗎？接下來這一個半小時是今天最重要的動手時段，由我帶大家一路做下去。上半場文盛老師講了工具的特性，也帶大家做了二十四週的課程規劃表；下半場我們要把剩下的東西一次做完，而且不是看我做，是每個人自己動手做。今天結束的時候，你會帶著一套你們學校自己的管理系統離開教室。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時間：10:35-10:37（2分鐘）</a:t>
            </a:r>
          </a:p>
          <a:p>
            <a:r>
              <a:t>先把話說在前面：今天下課的時候，你的電腦裡、隨身碟裡，會有五樣具體的東西。</a:t>
            </a:r>
          </a:p>
          <a:p>
            <a:r>
              <a:t>第一，一套能跑的管理系統。不是示意圖、不是範例網站，是已經放了你們學校校名的版本，回去把學生名單貼進去就能開始用。第二，一份你自己做出來的學生回饋單，而且題目直接對到期末成果報告要填的那四個百分比。第三，出席加材料費的對帳表，九月第一週上課就用得到。第四，每間學校缺的表單不一樣，觀課紀錄表、專家聯絡單、演示紀錄表，等一下你自己挑一份，讓 AI 幫你做出來。</a:t>
            </a:r>
          </a:p>
          <a:p>
            <a:r>
              <a:t>第五樣是最值錢的：做這些東西的方法。前面四樣是魚，第五樣是釣竿。方法學會了，回學校之後不管再冒出什麼表單，你都是同一招解決。今天的比例大概是一半一半：我講解示範一半的時間，剩下一半全部是你們動手。把電腦準備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路線圖長這樣，三輪循環：每一輪都是看我做，然後換你做。黃色的三段就是你們動手的時間，加起來剛好一半。</a:t>
            </a:r>
          </a:p>
          <a:p>
            <a:r>
              <a:t>收作品的規則先講：上半場的課程規劃表十點二十二已經收過了；下半場的兩件作品——回饋單、還有名單出席那份——隨做隨存，十一點五十統一收一次。時間若跟場次表有出入，一律以現場場次表為準。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如果同一個問題有兩個人以上遇到，我會全班暫停統一處理。真的來不及，就先用我們準備好的範例檔往下走，回家再補。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這四個數字，唯一的來源是學生回饋單。第五個，出席率，唯一的來源是教室日誌。第六、第七是老師自評，那個好處理。</a:t>
            </a:r>
          </a:p>
          <a:p>
            <a:r>
              <a:t>重點是這句話：回饋單不是期末才想的附件。如果學期初沒把題目和紀錄方式準備好，明年六月要寫報告的那一刻，這四個數字是生不出來的，而且補不回來。發放的時點是期末最後一兩堂課，發下去、當場收回；學期初的工作是把單子準備好、放進社團資料夾。</a:t>
            </a:r>
          </a:p>
          <a:p>
            <a:r>
              <a:t>所以今天的順序不是隨便排的。先做回饋單，因為它最急，期限就是開學；再做名單和出席，因為教室日誌是核銷的憑據；最後學組裝和驗收。每一步都直接對到報告的某一節。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rlirdo.github.io/yangwang-club-manager，照投影片順序走六個分頁，邊點邊講。</a:t>
            </a:r>
          </a:p>
          <a:p>
            <a:r>
              <a:t>口播參考：這就是今天的主角。第一個分頁，總覽。上面七張卡片就是剛剛講的七個百分比，現在是空的，等資料進來它自己會算；中間是結案要交的十二項文件追蹤，做完一項勾一項；旁邊有一顆「列印成果報告書素材頁」，期末把基本資料和七個數字一鍵印成一張 A4。</a:t>
            </a:r>
          </a:p>
          <a:p>
            <a:r>
              <a:t>第二，學生名單。我從 Excel 複製十五個學生，連標題列一起框到也沒關係——直接貼上、按匯入，它會說「匯入 15 位，第 1 列看起來像標題列，已略過」。要交附件一，按「列印學生名單」。</a:t>
            </a:r>
          </a:p>
          <a:p>
            <a:r>
              <a:t>第三，課程規劃表。上午跟文盛老師做的二十四週表就貼在這裡；週數不是寫死的——豐山排二十八週，到總覽把總週數改成 28 就多出四列；每一週還有「時數」欄，預設 2、可以改 3，時數表會照實加總，鐘點費才不會少報。</a:t>
            </a:r>
          </a:p>
          <a:p>
            <a:r>
              <a:t>第四，教室日誌。選第一週——注意，進去就已經預設全到，口訣是「先按『全到』，再改掉沒來的」。我把兩個學生改成缺席和請假，看下面這行：本週出席十三人，加實際授課教師——系統讀基本資料實填的指導老師數，示範裡是兩位——材料費十五份。順便講口徑：出席率的分母是總報名人數，請假、缺席都算在分母裡。點到一半漏人，它會紅字警告你「還有幾位未點名」。同一頁下面是「本週課程紀錄」：一段文字加照片檔名和圖說，這就是期末報告「參」的素材，有一顆專屬的列印鍵。</a:t>
            </a:r>
          </a:p>
          <a:p>
            <a:r>
              <a:t>第五，學生回饋單。這顆按鈕印出來的空白單就是發給學生的；期末回收後把每一題人數填進來，百分比自動算，而且它會勾稽：合計超過回收份數會紅字叫你檢查。最下面有第 5 題開放作答的彙整框，寫「伍」的時候直接取材。</a:t>
            </a:r>
          </a:p>
          <a:p>
            <a:r>
              <a:t>第六，經費核銷。抬頭那行紅字先唸一次：身分證字號、戶籍住址、匯款帳號不貼進任何 AI。下面印著材料費核算公式：（上課人數＋實際授課教師人數）乘主題乘二百五十元；還有一行粗體：材料費、餐費、茶水費的發票要開基金會統編，八二三三九五六三，財團法人仰望教育基金會。登記一筆材料費，選對應週次——或選「整學期／未指定」，對帳表會用全期合計去比；上下期它也自動判別。</a:t>
            </a:r>
          </a:p>
          <a:p>
            <a:r>
              <a:t>最後看「備份與設定」：匯出備份，一個檔案，存學校配發的隨身碟。資料只在你電腦裡，不會上傳到任何地方。</a:t>
            </a:r>
          </a:p>
          <a:p>
            <a:r>
              <a:t>先埋一個重要提醒，動手二會再講一次：線上版（github.io）和桌面檔（file://）資料不互通，今天統一用桌面那一份。</a:t>
            </a:r>
          </a:p>
          <a:p>
            <a:r>
              <a:t>看起來功能很多，但重點是：這個東西不是工程師寫出來的，是用你們等一下要學的方法「叫 AI 做出來的」。怎麼叫？下一頁。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ChatGPT。它負責想清楚：這份文件要有哪些欄位、什麼格式、有什麼規則。它產出的是一段文字，我們叫它規格。這活很輕，所以交給隨時都能問的 ChatGPT。</a:t>
            </a:r>
          </a:p>
          <a:p>
            <a:r>
              <a:t>隊員是 Antigravity。它拿著規格，真的把檔案做出來，一個你點兩下就能打開的東西。這活很重，而且 Antigravity 的免費額度是一週給一次，用完要等一週。所以行前信才提醒大家額度留到今天，等一下就是花它的時候。</a:t>
            </a:r>
          </a:p>
          <a:p>
            <a:r>
              <a:t>第三個角色最容易被省略，但千萬不要省：檢查員。做完之後，把成品拿回去給 ChatGPT，對照官方要求挑錯。為什麼做事的和挑錯的不能是同一個？因為 AI 會說謊，而且說得跟真的一樣。下一頁給你們看兩個我們自己踩過的坑。</a:t>
            </a:r>
          </a:p>
          <a:p>
            <a:r>
              <a:t>記住這個節奏：規格、成品、驗收。今天完整練三次，練到變成反射動作。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幫忙寫圖說。它跑了三分半，回報說計畫書讀取、照片判讀、圖說撰寫全部完成。聽起來很棒對不對？實際上它根本沒有讀我們的資料夾，自己編了一個完全不存在的 micro:bit 智慧澆水計畫，還自己生了四張假照片。最可怕的是，它做出來的網頁真的能打開、能操作，只是裡面全是假的。</a:t>
            </a:r>
          </a:p>
          <a:p>
            <a:r>
              <a:t>案例二更陰險。老師只寫了六個字：購買的百合珠芽。AI 幫他擴寫成「因儲藏不當受潮黑化發霉，成為課堂討論保存條件的突發教材」。文筆很好、故事很動人，但這件事從來沒有發生過。這種內容放進成果報告，被基金會問起來就麻煩了。</a:t>
            </a:r>
          </a:p>
          <a:p>
            <a:r>
              <a:t>所以右邊三句口訣，等一下每做完一件事就跑一遍：第一，對路徑，檔案在哪、打不打得開；第二，對數量，我給十一張，它處理幾張；第三，抽查內容，隨便挑一項對照事實。三個都過，才相信它說的完成。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第一步很簡單。打開 ChatGPT 桌面版，把左邊這張卡片一複製過去。卡片在共用資料夾裡，檔名叫提示詞卡一，不用手打，複製貼上就好。但是有兩個底線一定要改：你們學校的名字，和你們社團的主題。科學社、天文社、環境調查社，你寫什麼，它就往那個方向幫你設計題目。</a:t>
            </a:r>
          </a:p>
          <a:p>
            <a:r>
              <a:t>注意最後一句話：請它先只給規格、不要寫程式。我們現在要的是它幫忙想清楚題目怎麼設計、百分比怎麼算，確認方向對了，下一步才交給隊員去做。這就是領隊的工作。</a:t>
            </a:r>
          </a:p>
          <a:p>
            <a:r>
              <a:t>送出之後它會回你一份題目設計說明。花一分鐘讀一下，特別看四個題目是不是真的對到四個百分比。覺得題目太難、太簡單，直接用中文叫它改，改到你滿意為止。兩分鐘後我們進下一步。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直接寫了一堆程式碼。請老師補一句「先不要寫程式，只要題目設計說明」。</a:t>
            </a:r>
          </a:p>
          <a:p>
            <a:r>
              <a:t>常見狀況三：低年級老師覺得四點量表太難。可以叫它改成三個笑臉，這正好是官方草稿裡本來就想問的問題。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Antigravity。這是今天第一次花它的額度，值得。左邊卡片二複製過去，中間那個括號，把剛才 ChatGPT 給你的最終版規格整段貼進去。存檔位置那句不用改——它會存到 Antigravity 現在開著的資料夾根目錄，不必貼任何路徑。送出，然後讓它跑，大概一到三分鐘。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【巡場提醒】它跑的時候老師會緊張，先預告：畫面會一直動、會自己寫程式，不用管它，等它說做完。做完最重要的一行字是「檔案存在哪裡」，請老師把那個路徑抄下來或截圖。</a:t>
            </a:r>
          </a:p>
          <a:p>
            <a:r>
              <a:t>常見狀況一：找不到檔案。不是失敗，通常存到暫存資料夾去了，直接問它「檔案在哪，幫我存到桌面」。</a:t>
            </a:r>
          </a:p>
          <a:p>
            <a:r>
              <a:t>常見狀況二：額度用完了。用我們準備的範例回饋單檔往下走，回家額度恢復再自己做一次。</a:t>
            </a:r>
          </a:p>
          <a:p>
            <a:r>
              <a:t>常見狀況三：做出來的版面很醜或欄位擠。跟它說「A4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接力，做出一份你們學校自己的、直接對到官方百分比的回饋單。開學第一堂課就發下去，期末那四個數字就有著落了。</a:t>
            </a:r>
          </a:p>
          <a:p>
            <a:r>
              <a:t>下一輪我們解決第五個百分比：出席率。還有那個讓所有承辦人頭痛的東西——核銷。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基金會的核銷實務：材料費的份數，要和教室日誌上的「出席學生數加實際授課教師人數」相符——教師人數不是寫死兩位，是你們學校實際帶課的老師數，系統會讀基本資料實填的指導老師。金額的核算公式也記一下：上課人數加實際授課教師人數，乘主題、乘二百五十元。</a:t>
            </a:r>
          </a:p>
          <a:p>
            <a:r>
              <a:t>翻譯成白話：出席表上寫十二個人，材料費收據卻開十五份，出納對不起來，單子退回。所以教室日誌不是應付用的形式文件，它就是核銷的憑據本身。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下面這行字直接告訴你：出席十二人，加授課教師兩位（這個示範的學校填了兩位老師），材料費十四份。下週買材料就買十四份，收據開十四份，數字對得整整齊齊。</a:t>
            </a:r>
          </a:p>
          <a:p>
            <a:r>
              <a:t>同時系統在背後累計出席率——口徑是定案的：分母是總報名人數，請假、缺席都算在分母裡——這就是官方第五項百分比，期末自動出現在總覽，一秒都不用算。點名這個動作每週三十秒，換來的是核銷不退件、出席率不用算。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時間：11:12-11:14（2分半＋紅線與統編30秒）</a:t>
            </a:r>
          </a:p>
          <a:p>
            <a:r>
              <a:t>橫幅這行也唸一次：材料費、餐費、茶水費的發票或收據，統編要開基金會的——八二三三九五六三，財團法人仰望教育基金會。開成學校統編就退件重開，這行系統核銷分頁抬頭也印著。</a:t>
            </a:r>
          </a:p>
          <a:p>
            <a:r>
              <a:t>第四顆地雷花三十秒講：身分證字號、戶籍住址、匯款帳號，這三樣不貼進任何 AI、也不放雲端，只在學校的紙本表上寫——核銷印領清冊那兩欄本來就是手寫欄位，不要把它數位化。AI 幫你算的是時數、份數、金額，不碰身分資料。系統的核銷分頁抬頭印著同一句，回去會一直看到。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第一，上下期要分開。這個計畫跨年度，二〇二六年九到十二月是一期，二〇二七年一到六月是另一期，同一張請購單不能混。跨期的東西，直接拆成兩張單子。</a:t>
            </a:r>
          </a:p>
          <a:p>
            <a:r>
              <a:t>第二，鐘點費認的是實際上課日期，不是你送請購的日期。所以時數表上的日期要跟教室日誌的日期一模一樣。</a:t>
            </a:r>
          </a:p>
          <a:p>
            <a:r>
              <a:t>第三，材料費認的是發票上的日期，而且份數就是剛剛講的出席加二。收據拿到手，先跟點名結果對過再送出去。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但地雷還是要記在腦子裡，因為送單的最後一關是人不是系統。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打開之後做三件事：貼名單、點一次名、匯出備份。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後半段是今天的重頭戲：從九份文件清單裡，挑一份你們學校還缺的，用剛剛學的同一招，自己做出來。這次沒有手把手了，因為你上一輪已經做過一次，我要看你們自己走完領隊、隊員、驗收這三步。開始。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【開場口播（1分鐘）】照這四步走。開場前工作人員已經把你們學校那一份放到每台電腦桌面，檔名就是「編號加學校名」，例如豐山國小是 07 開頭那個。第一個動作只花三十秒：打開它、隨便點一下，右上角出現「已自動存檔」四個字，就代表你手上有一份會動的東西了。桌面真的找不到，掃投影片上的 QR 也拿得到。</a:t>
            </a:r>
          </a:p>
          <a:p>
            <a:r>
              <a:t>再講一次這個警告：線上版和桌面檔的資料是分開存的、不互通。今天全部用桌面檔，不要一半打在網頁版一半打在桌面版，回學校會以為資料不見了。</a:t>
            </a:r>
          </a:p>
          <a:p>
            <a:r>
              <a:t>特別提醒第四步一定要做：匯出備份。這個系統的資料存在瀏覽器裡，換一台電腦資料不會跟著走，要靠這個備份檔搬家。養成習慣：每次用完，匯出一次，丟隨身碟。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狀況一：貼上名單沒反應或格式亂掉。看他是不是從 Word 複製的，請改從 Excel 複製，或直接手打幾個人測試。</a:t>
            </a:r>
          </a:p>
          <a:p>
            <a:r>
              <a:t>狀況二：老師問能不能改校名、改社團名。可以，總覽分頁基本資料那邊直接改，即改即存。</a:t>
            </a:r>
          </a:p>
          <a:p>
            <a:r>
              <a:t>狀況三：點名點錯。再點一下就換狀態，出席、缺席、請假三態循環。</a:t>
            </a:r>
          </a:p>
          <a:p>
            <a:r>
              <a:t>狀況四：問資料會不會不見。只要同一台電腦同一個瀏覽器就在；保險就是第四步的備份檔。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來對一下帳。學校承接這個專案，一年下來要生出的文件，這張地圖告訴你每一份從哪來。</a:t>
            </a:r>
          </a:p>
          <a:p>
            <a:r>
              <a:t>左邊七份，系統已經內建：課程規劃表和時數表在課程規劃分頁；學生名單也就是附件一，名單分頁直接列印；簽到表在教室日誌；回饋單自己一個分頁；課程紀錄——就是剛剛示範的每週文字加照片檔名——也在教室日誌，列印出來就是「參」的初稿；核銷對帳一個分頁；最後總覽還有一顆「成果報告書素材頁」，把壹和肆一鍵印出。這七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右邊四份，系統沒有內建，因為每間學校格式差很多——單元教案、觀課紀錄表、專家聯絡單和演示紀錄、教授訪視紀錄。這些就是用 AI 做的。最下面那個成果報告書是期末的組裝工作，下一輪我專門講。</a:t>
            </a:r>
          </a:p>
          <a:p>
            <a:r>
              <a:t>現在，每個人從右邊挑一份你們學校最缺的。帶社團要寫教案的挑教案；有專家入校的挑聯絡單和演示紀錄；教授要來訪視的挑訪視紀錄表。挑好了嗎？翻下一頁，萬用模板給你。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ChatGPT，把兩個底線填掉——文件名稱和用途。比方說：我需要一份觀課紀錄表，用途是行政同仁或教授到班觀課時記錄。它會回你欄位規格。看過覺得合理，下半段貼給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狀況一：不知道文件該有什麼欄位。請他先問 ChatGPT「這種表一般學校都放哪些欄位」，用它的建議當起點。</a:t>
            </a:r>
          </a:p>
          <a:p>
            <a:r>
              <a:t>狀況二：Antigravity 額度沒了。兩個辦法：跟同組有付費訂閱的老師併機做，或先把規格存起來回家做。每組我們都排了一位額度比較夠的老師，就是這時候用的。</a:t>
            </a:r>
          </a:p>
          <a:p>
            <a:r>
              <a:t>狀況三：想做教案的老師。提醒他規格裡加一句「對照上午的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兩個檔案先放進繳交資料夾：一是系統的備份檔，裡面有你們的名單和第一週的點名紀錄；二是你剛做的那份表單。十一點五十統一收，跟第一件一起。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課程規劃表，上午做的；回饋單，動手一做的；系統加名單加出席，動手二前半；再加一份你自己挑的表單。官方報告書的第貳節、第肆節、附件一二三，全部有著落。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期末報告最可怕的想像，是六月的某個晚上從一張白紙開始寫。但如果今天的東西你有持續在用，報告其實是組裝，不是寫作。我們一節一節對。</a:t>
            </a:r>
          </a:p>
          <a:p>
            <a:r>
              <a:t>第壹節基本資料，到總覽按「列印成果報告書素材頁」，學校、社團、學年度、兩位指導老師一鍵印出，三十秒。第貳節課程規劃表，列印或匯出，時數欄都在上面，一分鐘。第參節課程紀錄——如果你每週有在教室日誌填那格「本週課程紀錄」，按「列印課程紀錄」出來的就是初稿；圖說用卡片四請 AI 照著照片寫，等一下講怎麼防它亂編。</a:t>
            </a:r>
          </a:p>
          <a:p>
            <a:r>
              <a:t>第肆節，效益達成情形，就是折磨大家的七個百分比——同一張素材頁上七個數字全部自動算好，而且每個數字後面帶著來源和分母，例如「回收 17 份：很同意 8＋同意 6」。別的學校期末在翻一整年的點名紙加計算機，你印一張 A4 照抄。</a:t>
            </a:r>
          </a:p>
          <a:p>
            <a:r>
              <a:t>第伍節結論與建議，材料就在回饋單分頁最下面那個「第 5 題彙整框」——學生最喜歡哪堂課、為什麼，平常抄進去，期末加上你的觀察，請 ChatGPT 潤成兩段；素材頁也會把它一起印出來。第陸節附件，名單用列印（座號 01 才不會被 Excel 吃掉）、出席總表 CSV、回饋單，系統出。</a:t>
            </a:r>
          </a:p>
          <a:p>
            <a:r>
              <a:t>全部加起來，期末組裝時間大概一個下午，而不是一個禮拜的夜。前提只有一個：平常有在系統裡點名、期末有發回饋單。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第參節要十二張照片，但一年下來你手機裡會有兩百張。怎麼挑？三個問題。</a:t>
            </a:r>
          </a:p>
          <a:p>
            <a:r>
              <a:t>第一個問題：這張照片對應到第幾週？答不出來的照片不要選，因為報告裡每張照片都要能掛回課程規劃表。第二個問題：這一週已經有兩張了嗎？理想配置是一張看得到人在動作、一張是東西或成果，兩張就夠。第三個問題：今天有失敗或意外嗎？有的話優先放。不要覺得失敗的照片丟臉，官方計畫目的白紙黑字寫著從失敗中找原因，失敗照反而是加分題。</a:t>
            </a:r>
          </a:p>
          <a:p>
            <a:r>
              <a:t>另外一個習慣：按快門之前掃一眼背景。座位表、聯絡簿、制服上的姓名，個資不要進成果報告。</a:t>
            </a:r>
          </a:p>
          <a:p>
            <a:r>
              <a:t>照片挑好，圖說用右邊卡片四請 AI 寫。注意最後三行，這是我們實測出來的保命符：只寫看得到的、看不出來的標不確定、不要編故事。沒加這三行，百合珠芽會發霉；加了，它就老老實實寫氣泡紙上的深色種球。一字不差地留著它。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【開場口播（1分鐘）】最後一輪動手，也是最短的一輪。把你今天做的兩樣東西——回饋單的題目、自製表單的欄位——貼進卡片五，交給 ChatGPT 當檢查員。注意最後一句：只要告訴我哪裡不對、怎麼補，不用重做。我們要的是問題清單，不是讓它再生一版。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這一輪的真正目的，是讓「做完就檢查」變成習慣。以後每次 AI 跟你說完成了，你自然就會想到：對路徑、對數量、抽查內容，然後丟給另一個 AI 再看一次。這個習慣值一千個小時。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第一，你們學校專屬版的系統加上備份檔，網址也在投影片上，回去重新下載永遠拿得到。第二，兩份你自己做的文件，回饋單和你挑的那份表單，都驗收過了。第三，五張提示詞卡，從出規格、做檔案、萬用模板、寫圖說到驗收，一整套流程的口令都在裡面——全文放在系統網站的 prompts 頁，每張卡都有「複製」鍵，畫面上有網址，共用資料夾也有一份。第四，參考資源和投稿機會——名額、義務、網址下一頁專頁講，這裡先不展開。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 前後（併入帶得走，約2分鐘）</a:t>
            </a:r>
          </a:p>
          <a:p>
            <a:r>
              <a:t>上一頁第四樣東西展開講。教案徵選：九月二十號星期日截止，國小組六名、國中高中組六名，不限花蓮的老師。入選的給付是三擇一：兩千元獎金、縣府敘獎、或縣府獎狀。要先講清楚義務：入選的作者至少一位要在十二月的種子教師研習營擔任講師，並協助拍一支教案說明影片——講師費另外給，但沒有代課費，請大家評估時間再投。</a:t>
            </a:r>
          </a:p>
          <a:p>
            <a:r>
              <a:t>要投的不是今天做的這些管理文件，是另外一份「兩節課加十分鐘闖關版」的實驗教案，用官方 C03 表格填。特別說一件事：C03 的「教案來源」欄位有一格就叫「AI 協作」，官方明講可以用 AI，只要附上協作舉證——你今天學的三段提示詞加驗收口訣，直接就是那份舉證。表格和範本都在畫面上那個雲端資料夾。</a:t>
            </a:r>
          </a:p>
          <a:p>
            <a:r>
              <a:t>右邊兩個資源：北濱國小的期末報告，六班小校、處境跟各位很像，值得學的是它怎麼寫失敗與轉折——第七頁那個百合珠芽的案例就出自這份；但注意，報告「格式」一律以仰望的成果報告書範本為準，別照抄它的格式。東華在地教案庫收了 2015 到 2026 歷年花蓮老師寫的教案，免登入、公開，備課素材直接拿。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說的我們沒有照單全收。然後我的 AI 逐條認領、動手修，每一條都要照工單上的驗收判準實測通過才算數。最後兩個人各自把關，所有紀錄都留在同一個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而且這個形狀你們回學校就用得上：兩位老師合帶一個社團，或者一位老師配一位行政——不用學任何工程師的東西，重點只有一句：東西放同一個地方，誰改了什麼看得到。想看倉庫紀錄的老師，現場我直接投影給大家看，網址在畫面下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今天學的東西，一個禮拜不用就會生疏，所以回學校第一週只拜託四件事，都很小。</a:t>
            </a:r>
          </a:p>
          <a:p>
            <a:r>
              <a:t>第一，把回饋單印三十份，放進社團資料夾。注意時點：學期初的工作是「準備好」，發放是期末最後一兩堂課，發下去、當場收回，回收率才高。</a:t>
            </a:r>
          </a:p>
          <a:p>
            <a:r>
              <a:t>第二，拿到正式的社團名單，就貼進系統。第一週上完課，點名，順手把材料費登進去。只要第一週有做，後面每週就是三十秒的事。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第三，拿著三個地雷那一頁去找出納，聊十分鐘，確認校內的請購單格式怎麼跟系統的紀錄對起來。出納是你核銷路上最重要的盟友，先把規則對齊，之後一路順。</a:t>
            </a:r>
          </a:p>
          <a:p>
            <a:r>
              <a:t>第四，照片的事：去問學校那份既有的個資同意書，利用範圍有沒有涵蓋「提供給校外單位作成果報告」。有涵蓋，記一筆備查就好；沒涵蓋，隨社團報名表補發一張。沒收到回條的孩子，拍背影或手部特寫，一樣能交差。</a:t>
            </a:r>
          </a:p>
          <a:p>
            <a:r>
              <a:t>最下面那行紅字也唸一次：電腦要送修、要還、要借人，先匯出備份、再清除全部資料——名單存在瀏覽器裡，光刪 HTML 檔是刪不掉的。這四件做完，明年六月的成果報告，你已經寫完一半了。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收尾前再說一次：三小時做不完是正常的。今天帶走的是第一版和一套方法，其餘的會後照教材網同一套頁面、同一套提示詞卡重做就出來了。</a:t>
            </a:r>
          </a:p>
          <a:p>
            <a:r>
              <a:t>最後一分鐘，講一句真心話。今天大家覺得自己是新手，跟大家報一個數字：一一五學年度這個科學社團計畫，全台一共十八所學校參與——花蓮八所、中彰投十所。只有南投有一所學校在上學期試辦過一學期，其他通通是第一年。不是你們落後，是這條路大家一起在鋪。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回去用的過程有任何問題，信箱和電話都在畫面上，隨時來信，我們接力支援。中午休息，下午一點半見。謝謝大家！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先做回饋單（動手一）：它是四個百分比唯一的來源，學期初就要準備好，期末發下去、當場收回。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六個分頁看完：你們今天要做出來的東西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830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830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七個百分比儀表板＋12 項結案文件追蹤＋列印成果報告書素材頁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47802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4688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4688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整批貼上匯入（標題列自動略過）；可列印附件一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63824"/>
            <a:ext cx="457200" cy="457200"/>
          </a:xfrm>
          <a:prstGeom prst="ellipse">
            <a:avLst/>
          </a:prstGeom>
          <a:solidFill>
            <a:srgbClr val="5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1546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1546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總週數可調（28／19 週都行）＋時數欄；列印規劃表與時數表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947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384962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38404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8404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進去就預設全到，改掉沒來的；出席＋授課教師＝材料費；本週課程紀錄（參）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4805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35424"/>
            <a:ext cx="457200" cy="45720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45262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5262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列印空白單；回收填人數自動算 %＋勾稽；第 5 題彙整框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66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522122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52120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52120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四類登記、上下期自動判別、材料費對帳（含整學期）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879592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01675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・這次先只做「學生回饋單」這一張，其他表先不要做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開 rlirdo.github.io/yangwang-club-manager/prompts.html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（或共用資料夾）按「複製」拿卡片①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回收份數（實際收回的份數，不是全班人數）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請把檔案存到我現在開著的這個資料夾的根目錄。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出席學生數＋實際授課教師人數＝材料費份數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基金會核銷實務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材料費的份數，要和教室日誌上的「出席學生數＋實際授課教師人數」相符。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核算公式：（上課人數＋實際授課教師人數）× 主題 × 250 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9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授課教師 2 位（實填人數）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材料費認列「發票上的日期」，份數＝出席＋實際授課教師人數。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09160"/>
            <a:ext cx="10835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第四顆地雷（紅線）：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身分證字號、戶籍住址、匯款帳號——這三樣不貼進任何 AI，也不放雲端，只在學校的紙本表上寫。AI 幫你算的是時數、份數、金額，不碰身分資料。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發票統編：材料費、餐費、茶水費開立 82339563 財團法人仰望教育基金會——系統核銷分頁印著這行與紅線。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文件生產地圖：七份內建、四份用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課程規劃表（貳）＋授課時數表 → 課程規劃分頁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0720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學生名單（附件一）→ 名單分頁列印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3697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社團課簽到表（附件二）→ 教室日誌列印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6674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學生回饋單（附件三）→ 回饋單分頁列印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96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課程紀錄（參）→ 教室日誌逐週填、列印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95604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成果報告書素材頁（壹＋肆）→ 總覽列印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4406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這七份今天已經在你電腦裡了。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存到我現在開著的這個資料夾的根目錄。做完告訴我檔案在哪。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總覽「列印成果報告書素材頁」一鍵印出（含指導老師）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列印（含時數欄）／匯出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教室日誌逐週填的課程紀錄 → 列印即初稿；圖說用卡片④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素材頁一鍵印出，每個數字帶來源與分母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回饋單分頁「第 5 題彙整框」＋你的觀察，請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名單列印／CSV、出席總表 CSV、回饋單，系統匯出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材料費份數的規則（出席＋實際授課教師人數）有沒有地方會對不起來？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全文可複製：rlirdo.github.io/yangwang-club-manager/prompts.html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參考資源＋投稿機會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北濱國小期末報告、東華在地教案庫、9/20 教案徵選——名額、義務與網址見下一頁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22 /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9/20 教案徵選＋兩個參考資源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2027 第十三屆「北花蓮」全民科學週教案徵選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035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教案徵選（9/20（日）截止）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5486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・名額：國小組 6 名、國中高中組 6 名（不限花蓮教師）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・入選三擇一：獎金 2,000 元／縣府敘獎／縣府獎狀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・入選義務：12 月種子教師研習營擔任講師＋協助拍教案說明影片（講師費另給、無代課費）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・投稿標的：另外一份「2 節課＋10 分鐘闖關版」實驗教案，用官方 C03 表格填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・C03 的「教案來源」有一格叫「AI 協作」——官方明講可以，附上協作舉證即可；今天學的三段提示詞＋驗收口訣，就是那份舉證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・C01/C02/C03 與範本：drive.google.com/drive/folders/1r8chsD3wRO_v_CXfxe0QyK9yTobaUOhH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783080"/>
            <a:ext cx="44348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965960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兩個參考資源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468880"/>
            <a:ext cx="3886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北濱國小期末報告（教育部科教專案，臺師大科教中心 PDF）——學它「怎麼寫失敗與轉折」；報告格式仍以仰望範本為準：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sec.ntnu.edu.tw（搜「北濱國民小學 線上報告」）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東華在地教案庫（2015–2026 歷年教案，免登入公開）：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sites.google.com/view/be-ernt/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23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sz="135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24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回學校後的第一週，做這四件就好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9339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38528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回饋單先印好備妥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印 30 份放進社團資料夾（開學就備好，不要拖到期末才想）；期末最後一兩堂課發下去、當場收回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52928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0175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962656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944368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77056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04164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986784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68496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01184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5065776"/>
            <a:ext cx="566928" cy="566928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確認影像同意書範圍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992624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問學校既有「個資蒐集告知暨同意書」是否涵蓋「提供校外單位作成果報告」；沒涵蓋隨報名表補發；沒回條的孩子拍背影或手部特寫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98464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⚠ 電腦送修、歸還、借人前：</a:t>
            </a: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先按「匯出備份」存好 .json，再按「清除全部資料」——名單存在瀏覽器裡，光刪 HTML 檔沒用。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115 學年度全台 18 校一起開跑，這條路大家一起鋪。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